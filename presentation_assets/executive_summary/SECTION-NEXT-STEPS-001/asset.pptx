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377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310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890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432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031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344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761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035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869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767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78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5621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25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045391" cy="6711696"/>
          </a:xfrm>
          <a:prstGeom prst="rect">
            <a:avLst/>
          </a:prstGeom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_number_text"/>
          <p:cNvSpPr/>
          <p:nvPr/>
        </p:nvSpPr>
        <p:spPr>
          <a:xfrm>
            <a:off x="0" y="23317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145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947465" y="2743200"/>
            <a:ext cx="4297680" cy="0"/>
          </a:xfrm>
          <a:prstGeom prst="line">
            <a:avLst/>
          </a:prstGeom>
          <a:noFill/>
          <a:ln w="15875">
            <a:solidFill>
              <a:srgbClr val="145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ection_title_text"/>
          <p:cNvSpPr/>
          <p:nvPr/>
        </p:nvSpPr>
        <p:spPr>
          <a:xfrm>
            <a:off x="0" y="2880360"/>
            <a:ext cx="121916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145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5400" dirty="0"/>
          </a:p>
          <a:p>
            <a:pPr marL="0" indent="0" algn="ctr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145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ACTIONS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947465" y="4709160"/>
            <a:ext cx="4297680" cy="0"/>
          </a:xfrm>
          <a:prstGeom prst="line">
            <a:avLst/>
          </a:prstGeom>
          <a:noFill/>
          <a:ln w="15875">
            <a:solidFill>
              <a:srgbClr val="145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ection_subtitle_text"/>
          <p:cNvSpPr/>
          <p:nvPr/>
        </p:nvSpPr>
        <p:spPr>
          <a:xfrm>
            <a:off x="2286000" y="4846320"/>
            <a:ext cx="7619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actions, accountabilities and milestones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drive successful execution.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6294790"/>
            <a:ext cx="11457432" cy="0"/>
          </a:xfrm>
          <a:prstGeom prst="line">
            <a:avLst/>
          </a:prstGeom>
          <a:noFill/>
          <a:ln w="19050">
            <a:solidFill>
              <a:srgbClr val="145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ource_text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footer_page_number"/>
          <p:cNvSpPr/>
          <p:nvPr/>
        </p:nvSpPr>
        <p:spPr>
          <a:xfrm>
            <a:off x="9692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1</TotalTime>
  <Words>18</Words>
  <Application>Microsoft Macintosh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Madhav Kapoor</cp:lastModifiedBy>
  <cp:revision>3</cp:revision>
  <dcterms:created xsi:type="dcterms:W3CDTF">2026-07-15T12:01:08Z</dcterms:created>
  <dcterms:modified xsi:type="dcterms:W3CDTF">2026-07-17T17:17:47Z</dcterms:modified>
</cp:coreProperties>
</file>