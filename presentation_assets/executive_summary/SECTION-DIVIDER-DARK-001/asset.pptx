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8731" y="0"/>
            <a:ext cx="4143267" cy="6858000"/>
          </a:xfrm>
          <a:prstGeom prst="rect">
            <a:avLst/>
          </a:prstGeom>
          <a:solidFill>
            <a:srgbClr val="01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212080"/>
            <a:ext cx="3841440" cy="1645920"/>
          </a:xfrm>
          <a:prstGeom prst="rect">
            <a:avLst/>
          </a:prstGeom>
          <a:solidFill>
            <a:srgbClr val="01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628" y="1143000"/>
            <a:ext cx="6585325" cy="3840480"/>
          </a:xfrm>
          <a:prstGeom prst="rect">
            <a:avLst/>
          </a:prstGeom>
          <a:solidFill>
            <a:srgbClr val="002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93844" y="292608"/>
            <a:ext cx="2332302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Arial"/>
              </a:rPr>
              <a:t>I N T E R N A L  —  C O N F I D E N T I A L</a:t>
            </a:r>
          </a:p>
        </p:txBody>
      </p:sp>
      <p:sp>
        <p:nvSpPr>
          <p:cNvPr id="7" name="section_number_text"/>
          <p:cNvSpPr txBox="1"/>
          <p:nvPr/>
        </p:nvSpPr>
        <p:spPr>
          <a:xfrm>
            <a:off x="969506" y="1783080"/>
            <a:ext cx="2103645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E600"/>
                </a:solidFill>
                <a:latin typeface="Arial"/>
              </a:rPr>
              <a:t>S E C T I O N   0 4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506" y="2157984"/>
            <a:ext cx="475606" cy="228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ection_title_text"/>
          <p:cNvSpPr txBox="1"/>
          <p:nvPr/>
        </p:nvSpPr>
        <p:spPr>
          <a:xfrm>
            <a:off x="960360" y="2633472"/>
            <a:ext cx="7134102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200" b="1" dirty="0">
                <a:solidFill>
                  <a:srgbClr val="FFFFFF"/>
                </a:solidFill>
                <a:latin typeface="Arial"/>
              </a:rPr>
              <a:t>FUTURE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506" y="3575304"/>
            <a:ext cx="5716428" cy="228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ection_subtitle_text"/>
          <p:cNvSpPr txBox="1"/>
          <p:nvPr/>
        </p:nvSpPr>
        <p:spPr>
          <a:xfrm>
            <a:off x="969506" y="3858768"/>
            <a:ext cx="603654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0" dirty="0">
                <a:solidFill>
                  <a:srgbClr val="E6ECF4"/>
                </a:solidFill>
                <a:latin typeface="Arial"/>
              </a:rPr>
              <a:t>Designing the digitally enabled operating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Kapoor</cp:lastModifiedBy>
  <cp:revision>3</cp:revision>
  <dcterms:created xsi:type="dcterms:W3CDTF">2013-01-27T09:14:16Z</dcterms:created>
  <dcterms:modified xsi:type="dcterms:W3CDTF">2026-07-17T17:05:27Z</dcterms:modified>
  <cp:category/>
</cp:coreProperties>
</file>